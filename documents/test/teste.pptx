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Documento de Teste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 NexusTech possui políticas internas de benefícios para colaboradores.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